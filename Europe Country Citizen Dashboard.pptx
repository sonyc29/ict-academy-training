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Calibri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8" d="100"/>
          <a:sy n="78" d="100"/>
        </p:scale>
        <p:origin x="-294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860" b="-758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0" t="-405" b="-405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8364200" cy="1032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8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Yellow Pastel Cute Creative project Presentation</dc:title>
  <cp:lastModifiedBy>cse04061</cp:lastModifiedBy>
  <cp:revision>2</cp:revision>
  <dcterms:created xsi:type="dcterms:W3CDTF">2006-08-16T00:00:00Z</dcterms:created>
  <dcterms:modified xsi:type="dcterms:W3CDTF">2024-10-04T04:07:16Z</dcterms:modified>
  <dc:identifier>DAGSiDJoCvo</dc:identifier>
</cp:coreProperties>
</file>